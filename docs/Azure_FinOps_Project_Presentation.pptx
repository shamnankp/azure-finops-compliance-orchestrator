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E22F9BD3-93BD-9D27-D6E7-B91E72A34D5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8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0"/>
            <a:ext cx="914400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73152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Intelligent Serverless FinOps &amp; Automated Compliance Remediation Orchestrator</a:t>
            </a:r>
            <a:endParaRPr lang="en-US" sz="3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Azure Capstone Project  |  Mohammed Shamnan</a:t>
            </a:r>
          </a:p>
          <a:p>
            <a:r>
              <a:rPr lang="en-US" dirty="0"/>
              <a:t>Dashboard link : </a:t>
            </a:r>
            <a:r>
              <a:rPr lang="en-IN" dirty="0"/>
              <a:t>https://app-finops-dashboard-shamnan.azurewebsites.net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Problem 1 card"/>
          <p:cNvSpPr/>
          <p:nvPr/>
        </p:nvSpPr>
        <p:spPr>
          <a:xfrm>
            <a:off x="548640" y="141732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Problem 1 text"/>
          <p:cNvSpPr txBox="1"/>
          <p:nvPr/>
        </p:nvSpPr>
        <p:spPr>
          <a:xfrm>
            <a:off x="713232" y="155448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Wrong settings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storage account is created without its department label.</a:t>
            </a:r>
            <a:endParaRPr lang="en-US" sz="1800" dirty="0"/>
          </a:p>
        </p:txBody>
      </p:sp>
      <p:sp>
        <p:nvSpPr>
          <p:cNvPr id="5" name="Problem 2 card"/>
          <p:cNvSpPr/>
          <p:nvPr/>
        </p:nvSpPr>
        <p:spPr>
          <a:xfrm>
            <a:off x="3291840" y="141732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6" name="Problem 2 text"/>
          <p:cNvSpPr txBox="1"/>
          <p:nvPr/>
        </p:nvSpPr>
        <p:spPr>
          <a:xfrm>
            <a:off x="3456432" y="155448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Hidden risks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public IP or open resource is left exposed to the internet.</a:t>
            </a:r>
            <a:endParaRPr lang="en-US" sz="1800" dirty="0"/>
          </a:p>
        </p:txBody>
      </p:sp>
      <p:sp>
        <p:nvSpPr>
          <p:cNvPr id="7" name="Problem 3 card"/>
          <p:cNvSpPr/>
          <p:nvPr/>
        </p:nvSpPr>
        <p:spPr>
          <a:xfrm>
            <a:off x="6035040" y="141732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Problem 3 text"/>
          <p:cNvSpPr txBox="1"/>
          <p:nvPr/>
        </p:nvSpPr>
        <p:spPr>
          <a:xfrm>
            <a:off x="6199632" y="155448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Wasted money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Unused servers keep running and keep costing money.</a:t>
            </a:r>
            <a:endParaRPr lang="en-US" sz="1800" dirty="0"/>
          </a:p>
        </p:txBody>
      </p:sp>
      <p:sp>
        <p:nvSpPr>
          <p:cNvPr id="9" name="Problem summary"/>
          <p:cNvSpPr txBox="1"/>
          <p:nvPr/>
        </p:nvSpPr>
        <p:spPr>
          <a:xfrm>
            <a:off x="548640" y="3520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Checking by hand takes days or weeks. This project catches it in seconds.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idea: an automatic security guard</a:t>
            </a:r>
            <a:endParaRPr lang="en-US" sz="2800" dirty="0"/>
          </a:p>
        </p:txBody>
      </p:sp>
      <p:sp>
        <p:nvSpPr>
          <p:cNvPr id="3" name="Analogy"/>
          <p:cNvSpPr txBox="1"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Like a security desk in a building: every new room is checked the moment it is built.</a:t>
            </a:r>
            <a:endParaRPr lang="en-US" sz="1600" dirty="0"/>
          </a:p>
        </p:txBody>
      </p:sp>
      <p:sp>
        <p:nvSpPr>
          <p:cNvPr id="4" name="Idea 1 card"/>
          <p:cNvSpPr/>
          <p:nvPr/>
        </p:nvSpPr>
        <p:spPr>
          <a:xfrm>
            <a:off x="548640" y="21945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Idea 1 text"/>
          <p:cNvSpPr txBox="1"/>
          <p:nvPr/>
        </p:nvSpPr>
        <p:spPr>
          <a:xfrm>
            <a:off x="713232" y="2331720"/>
            <a:ext cx="2231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Fixes by itself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Small mistakes, like a missing tag, are fixed automatically.</a:t>
            </a:r>
            <a:endParaRPr lang="en-US" sz="1800" dirty="0"/>
          </a:p>
        </p:txBody>
      </p:sp>
      <p:sp>
        <p:nvSpPr>
          <p:cNvPr id="6" name="Idea 2 card"/>
          <p:cNvSpPr/>
          <p:nvPr/>
        </p:nvSpPr>
        <p:spPr>
          <a:xfrm>
            <a:off x="3291840" y="21945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Idea 2 text"/>
          <p:cNvSpPr txBox="1"/>
          <p:nvPr/>
        </p:nvSpPr>
        <p:spPr>
          <a:xfrm>
            <a:off x="3456432" y="2331720"/>
            <a:ext cx="2231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Asks a manager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Risky items get an Approve or Reject email first.</a:t>
            </a:r>
            <a:endParaRPr lang="en-US" sz="1800" dirty="0"/>
          </a:p>
        </p:txBody>
      </p:sp>
      <p:sp>
        <p:nvSpPr>
          <p:cNvPr id="8" name="Idea 3 card"/>
          <p:cNvSpPr/>
          <p:nvPr/>
        </p:nvSpPr>
        <p:spPr>
          <a:xfrm>
            <a:off x="6035040" y="21945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Idea 3 text"/>
          <p:cNvSpPr txBox="1"/>
          <p:nvPr/>
        </p:nvSpPr>
        <p:spPr>
          <a:xfrm>
            <a:off x="6199632" y="2331720"/>
            <a:ext cx="2231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Keeps a logbook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action is saved as an audit record.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How it works in 5 steps</a:t>
            </a:r>
            <a:endParaRPr lang="en-US" sz="2800" dirty="0"/>
          </a:p>
        </p:txBody>
      </p:sp>
      <p:sp>
        <p:nvSpPr>
          <p:cNvPr id="3" name="Step 1 box"/>
          <p:cNvSpPr/>
          <p:nvPr/>
        </p:nvSpPr>
        <p:spPr>
          <a:xfrm>
            <a:off x="548640" y="155448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4" name="Step 1 text"/>
          <p:cNvSpPr txBox="1"/>
          <p:nvPr/>
        </p:nvSpPr>
        <p:spPr>
          <a:xfrm>
            <a:off x="658368" y="1664208"/>
            <a:ext cx="12435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  Event Grid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Notices that something changed</a:t>
            </a:r>
            <a:endParaRPr lang="en-US" sz="1600" dirty="0"/>
          </a:p>
        </p:txBody>
      </p:sp>
      <p:sp>
        <p:nvSpPr>
          <p:cNvPr id="5" name="Step 2 box"/>
          <p:cNvSpPr/>
          <p:nvPr/>
        </p:nvSpPr>
        <p:spPr>
          <a:xfrm>
            <a:off x="2194560" y="155448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6" name="Step 2 text"/>
          <p:cNvSpPr txBox="1"/>
          <p:nvPr/>
        </p:nvSpPr>
        <p:spPr>
          <a:xfrm>
            <a:off x="2304288" y="1664208"/>
            <a:ext cx="12435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  Function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Checks the rules</a:t>
            </a:r>
            <a:endParaRPr lang="en-US" sz="1600" dirty="0"/>
          </a:p>
        </p:txBody>
      </p:sp>
      <p:sp>
        <p:nvSpPr>
          <p:cNvPr id="7" name="Step 3 box"/>
          <p:cNvSpPr/>
          <p:nvPr/>
        </p:nvSpPr>
        <p:spPr>
          <a:xfrm>
            <a:off x="3840480" y="155448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8" name="Step 3 text"/>
          <p:cNvSpPr txBox="1"/>
          <p:nvPr/>
        </p:nvSpPr>
        <p:spPr>
          <a:xfrm>
            <a:off x="3950208" y="1664208"/>
            <a:ext cx="12435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  Fix or ask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Fixes it, or Logic Apps emails a manager</a:t>
            </a:r>
            <a:endParaRPr lang="en-US" sz="1600" dirty="0"/>
          </a:p>
        </p:txBody>
      </p:sp>
      <p:sp>
        <p:nvSpPr>
          <p:cNvPr id="9" name="Step 4 box"/>
          <p:cNvSpPr/>
          <p:nvPr/>
        </p:nvSpPr>
        <p:spPr>
          <a:xfrm>
            <a:off x="5486400" y="155448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10" name="Step 4 text"/>
          <p:cNvSpPr txBox="1"/>
          <p:nvPr/>
        </p:nvSpPr>
        <p:spPr>
          <a:xfrm>
            <a:off x="5596128" y="1664208"/>
            <a:ext cx="12435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  Cosmos DB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Saves the logbook</a:t>
            </a:r>
            <a:endParaRPr lang="en-US" sz="1600" dirty="0"/>
          </a:p>
        </p:txBody>
      </p:sp>
      <p:sp>
        <p:nvSpPr>
          <p:cNvPr id="11" name="Step 5 box"/>
          <p:cNvSpPr/>
          <p:nvPr/>
        </p:nvSpPr>
        <p:spPr>
          <a:xfrm>
            <a:off x="7132320" y="155448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12" name="Step 5 text"/>
          <p:cNvSpPr txBox="1"/>
          <p:nvPr/>
        </p:nvSpPr>
        <p:spPr>
          <a:xfrm>
            <a:off x="7242048" y="1664208"/>
            <a:ext cx="12435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5  Dashboard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Shows it to administrators</a:t>
            </a:r>
            <a:endParaRPr lang="en-US" sz="1600" dirty="0"/>
          </a:p>
        </p:txBody>
      </p:sp>
      <p:sp>
        <p:nvSpPr>
          <p:cNvPr id="13" name="Other services"/>
          <p:cNvSpPr txBox="1"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Also used: Azure Policy, Key Vault, Azure Monitor, Defender for Cloud and Container Instances.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Real examples</a:t>
            </a:r>
            <a:endParaRPr lang="en-US" sz="2800" dirty="0"/>
          </a:p>
        </p:txBody>
      </p:sp>
      <p:graphicFrame>
        <p:nvGraphicFramePr>
          <p:cNvPr id="6" name="Examp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happens in the cloud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the system does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storage account is created without a Department tag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Adds Department: IT within seconds and logs it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public IP address is created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Dry run: only logs it. Mode on: deletes it. Keep tag: leaves it alone.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virtual machine is created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Emails the manager to Approve or Reject, then logs the answer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system itself fails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 alert email is sent to the administrator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Safe, tested and proven</a:t>
            </a:r>
            <a:endParaRPr lang="en-US" sz="2800" dirty="0"/>
          </a:p>
        </p:txBody>
      </p:sp>
      <p:sp>
        <p:nvSpPr>
          <p:cNvPr id="3" name="Safety card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Safety text"/>
          <p:cNvSpPr txBox="1"/>
          <p:nvPr/>
        </p:nvSpPr>
        <p:spPr>
          <a:xfrm>
            <a:off x="713232" y="1508760"/>
            <a:ext cx="36027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Safety built in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Dry-run mode before any real delete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tag protects important items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Narrow role: can only delete public IPs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Delete locks on key resources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Secrets kept safe in Key Vault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open only to the admin IP</a:t>
            </a:r>
            <a:endParaRPr lang="en-US" sz="1800" dirty="0"/>
          </a:p>
        </p:txBody>
      </p:sp>
      <p:sp>
        <p:nvSpPr>
          <p:cNvPr id="5" name="Tested card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sted text"/>
          <p:cNvSpPr txBox="1"/>
          <p:nvPr/>
        </p:nvSpPr>
        <p:spPr>
          <a:xfrm>
            <a:off x="4828032" y="1508760"/>
            <a:ext cx="36027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Tested and proven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tags fixed automatically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and Reject emails both work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 email received after a failure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shows every record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Security scan with a temporary container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Summary statement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This project enforces cloud rules automatically, keeps humans in charge of risky decisions, and records every action.</a:t>
            </a:r>
            <a:endParaRPr lang="en-US" sz="2200" dirty="0"/>
          </a:p>
        </p:txBody>
      </p:sp>
      <p:sp>
        <p:nvSpPr>
          <p:cNvPr id="4" name="Future card"/>
          <p:cNvSpPr/>
          <p:nvPr/>
        </p:nvSpPr>
        <p:spPr>
          <a:xfrm>
            <a:off x="548640" y="2651760"/>
            <a:ext cx="8046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Future text"/>
          <p:cNvSpPr txBox="1"/>
          <p:nvPr/>
        </p:nvSpPr>
        <p:spPr>
          <a:xfrm>
            <a:off x="713232" y="2788920"/>
            <a:ext cx="7717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work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Bicep templates for one-click deployment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Approvals through Microsoft Teams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Private endpoints and virtual network (needs a higher hosting plan)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Ignore resource types that cannot carry tags</a:t>
            </a:r>
            <a:endParaRPr lang="en-US" sz="1800" dirty="0"/>
          </a:p>
        </p:txBody>
      </p:sp>
      <p:sp>
        <p:nvSpPr>
          <p:cNvPr id="6" name="Closing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Thank you. 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Simple">
  <a:themeElements>
    <a:clrScheme name="Azure Simple">
      <a:dk1>
        <a:srgbClr val="1B1B1F"/>
      </a:dk1>
      <a:lt1>
        <a:srgbClr val="FFFFFF"/>
      </a:lt1>
      <a:dk2>
        <a:srgbClr val="0B3D91"/>
      </a:dk2>
      <a:lt2>
        <a:srgbClr val="F1F5FA"/>
      </a:lt2>
      <a:accent1>
        <a:srgbClr val="0078D4"/>
      </a:accent1>
      <a:accent2>
        <a:srgbClr val="2E9E6B"/>
      </a:accent2>
      <a:accent3>
        <a:srgbClr val="E08A00"/>
      </a:accent3>
      <a:accent4>
        <a:srgbClr val="C0392B"/>
      </a:accent4>
      <a:accent5>
        <a:srgbClr val="5B6B7B"/>
      </a:accent5>
      <a:accent6>
        <a:srgbClr val="8E44AD"/>
      </a:accent6>
      <a:hlink>
        <a:srgbClr val="0078D4"/>
      </a:hlink>
      <a:folHlink>
        <a:srgbClr val="5B6B7B"/>
      </a:folHlink>
    </a:clrScheme>
    <a:fontScheme name="Azure Simpl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</Words>
  <Application>Microsoft Office PowerPoint</Application>
  <PresentationFormat>On-screen Show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Azure Simple</vt:lpstr>
      <vt:lpstr>Intelligent Serverless FinOps &amp; Automated Compliance Remediation Orchestrator</vt:lpstr>
      <vt:lpstr>The problem</vt:lpstr>
      <vt:lpstr>The idea: an automatic security guard</vt:lpstr>
      <vt:lpstr>How it works in 5 steps</vt:lpstr>
      <vt:lpstr>Real examples</vt:lpstr>
      <vt:lpstr>Safe, tested and proven</vt:lpstr>
      <vt:lpstr>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FinOps and Compliance Remediation Orchestrator</dc:title>
  <dc:subject>PptxGenJS Presentation</dc:subject>
  <dc:creator>Mohammed Shamnan</dc:creator>
  <cp:lastModifiedBy>mohammed shamnan</cp:lastModifiedBy>
  <cp:revision>2</cp:revision>
  <dcterms:created xsi:type="dcterms:W3CDTF">2026-10-13T07:09:58Z</dcterms:created>
  <dcterms:modified xsi:type="dcterms:W3CDTF">2026-10-13T07:16:34Z</dcterms:modified>
</cp:coreProperties>
</file>